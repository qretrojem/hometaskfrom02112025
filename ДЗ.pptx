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81" autoAdjust="0"/>
  </p:normalViewPr>
  <p:slideViewPr>
    <p:cSldViewPr snapToGrid="0">
      <p:cViewPr>
        <p:scale>
          <a:sx n="125" d="100"/>
          <a:sy n="125" d="100"/>
        </p:scale>
        <p:origin x="90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8B876-C511-766B-4039-5E6EC7F2D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180C32-7DEC-1F83-A4DF-5032520D7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76BC29-51E7-1268-6BED-73B5DBF0C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F41CAA-A7B4-3989-84EA-4C0499A7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75303D-4125-53BF-2D30-7513BB50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4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4B240-0A9B-796D-4124-35B1E859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3449DC-FE1C-B121-5B5F-A70C238C7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4E5DEA-CDC4-F849-14D1-776924E5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480313-38C2-DDA6-3959-BEA87D1E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425911-C113-4E2D-55A4-2B65D800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9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3EA0E-7723-C774-3267-2E89AFD3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A426EE-B889-1271-53F1-C33EED1C7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FAB898-ACA1-8951-94E5-CFB7B220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C3A913-5648-7FAF-BF7F-48F24EE0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0F7F11-02A1-BE81-9586-A244B368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426A9-4C91-1A42-E308-7CA7C6DB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34827-1AD0-7B10-689E-33A0C2E32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E83F41-D99E-87D1-3458-3060A2368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5283E8-750A-5E53-6112-12585D7C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DCFC6D-D434-B926-766E-95A46E5D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B205B4-1756-CF9F-6EFF-018AFBEC7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2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6422D-1C73-2856-94F3-0FB60244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895B8B-0890-0A2C-A32C-7B40A18E3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FB5D87-B520-F3E0-C70C-51DEAAD04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1FAF49-D44F-4095-059E-E9FEA8FCB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90B78E-48C1-6AC2-1F09-92E0F99C6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A7BAF7-D731-A9F6-0F9E-30E8833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39A0F4-58C5-AE6B-AA25-91FA743E2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4CEC2D-213B-4859-3F13-0964F5B6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5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45A4C-1F6E-4735-059D-11190B02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280E0D-F792-DE4A-C5B6-54247B19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8329E94-1C49-4BEA-245C-4661984A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9660A8-B055-F294-5103-6E0E9349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735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C6AFBB-8B19-2CDE-4045-06676673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1499E82-9D6B-C619-8F1A-063F8C7E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B590FB-26F2-3D36-79B7-E278F0B31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856B4-4193-674D-DEAF-44A45F25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DF4E36-AE68-DF22-BC7A-892702A3D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588444-D7B6-5112-9081-4D4F5D8DA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491AEB-BBDC-9D2A-DEB7-DD1AD214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F6FA9A-6BFB-EF1C-7F14-233E734A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34B75E-7D51-EF6A-16EA-F8894740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2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59966-0BEF-178B-2D50-12183EEF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49ED2A-E190-2AFB-56CB-15560315A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ACBECD-DCC4-8496-6EF5-DD712932F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AC7C65-04ED-CD4F-9DA5-110B3963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7B7EA1-0779-4549-A592-A9CC9C4D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6E23F2-B3AE-74B5-390B-78FE1A8F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33270-B2C2-5060-E898-CFA71027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EE7634-4B89-5144-D45C-56E042E1E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EF03B1-72E1-05CE-E477-D1FAD371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2D5D20-ED52-000A-C6A9-FB213179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E1CC4-9B4D-72A9-6493-D08365EE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19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B0BFC3-C93A-09CB-4CF6-A9FCDD8EE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FB13F8-92E6-3738-150E-F025BDDA8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BC603-86C9-E921-5175-83215B12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72BA86-3CEB-81E4-090D-EC1460FB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71DFC3-8C3E-9ABA-31E7-59146951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1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4CCDD-D89D-3D0F-D9ED-AC20039C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FB5965-711E-EF77-00D9-758DCCC4B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D8EF76-D3DB-014C-3B9D-CA0A9C253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5817C-BB5D-48DA-B825-A1895474F955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174D1A-D50C-FB6E-F5DA-A0B6F517B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280F85-7C49-D983-C895-76D7DB58D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8B635-1DD3-4E45-9859-E6CA9D46E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0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95F6FA-BB1F-A054-F9C2-972218F6A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064" y="365761"/>
            <a:ext cx="6123067" cy="433425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A08B94FD-481C-4DD7-5095-4BF482E31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064" y="4700017"/>
            <a:ext cx="6096000" cy="175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4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программное обеспечение, Мультимедийное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6E79D6-406E-331D-0D0D-B588AFCA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851493"/>
            <a:ext cx="8785860" cy="430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0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программное обеспечение, Мультимедийное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2FB13D-9E41-27AF-BD96-133536CE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1" y="839407"/>
            <a:ext cx="9700260" cy="346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4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94EF42-8A18-A704-6503-E99FF8A6D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044228"/>
            <a:ext cx="8892540" cy="346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1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E58F99-4F8A-C6EC-F662-5BDF850BF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59" y="784860"/>
            <a:ext cx="8853671" cy="35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6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число, Шрифт">
            <a:extLst>
              <a:ext uri="{FF2B5EF4-FFF2-40B4-BE49-F238E27FC236}">
                <a16:creationId xmlns:a16="http://schemas.microsoft.com/office/drawing/2014/main" id="{FBD4BF4E-EC5A-C2E6-F00D-3FFDE9A33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31" y="327660"/>
            <a:ext cx="4027498" cy="555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146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jem wwretro</dc:creator>
  <cp:lastModifiedBy>jem wwretro</cp:lastModifiedBy>
  <cp:revision>1</cp:revision>
  <dcterms:created xsi:type="dcterms:W3CDTF">2026-01-20T13:12:19Z</dcterms:created>
  <dcterms:modified xsi:type="dcterms:W3CDTF">2026-01-20T13:24:34Z</dcterms:modified>
</cp:coreProperties>
</file>